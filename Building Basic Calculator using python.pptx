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61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1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7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1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0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80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8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8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90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88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54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3048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04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11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71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651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60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74844-73C0-4001-A3ED-AA59C61E355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45723-CA2B-4F7B-8E5F-BF8C16844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160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CE22-5E1D-4BDF-AC33-F12FD67CF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219200"/>
            <a:ext cx="9015056" cy="2729948"/>
          </a:xfrm>
        </p:spPr>
        <p:txBody>
          <a:bodyPr>
            <a:noAutofit/>
          </a:bodyPr>
          <a:lstStyle/>
          <a:p>
            <a:pPr algn="ctr"/>
            <a:r>
              <a:rPr lang="en-IN" sz="6000" b="1" cap="non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Building Basic Calculator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8A547-82B9-4A75-88D4-476870937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1635" y="5240089"/>
            <a:ext cx="3034831" cy="1014937"/>
          </a:xfrm>
        </p:spPr>
        <p:txBody>
          <a:bodyPr>
            <a:noAutofit/>
          </a:bodyPr>
          <a:lstStyle/>
          <a:p>
            <a:pPr algn="r"/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Neetha B J</a:t>
            </a:r>
          </a:p>
          <a:p>
            <a:pPr algn="r"/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February 2026</a:t>
            </a:r>
          </a:p>
        </p:txBody>
      </p:sp>
    </p:spTree>
    <p:extLst>
      <p:ext uri="{BB962C8B-B14F-4D97-AF65-F5344CB8AC3E}">
        <p14:creationId xmlns:p14="http://schemas.microsoft.com/office/powerpoint/2010/main" val="290017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8CD4-BF25-4F99-889D-FED72944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368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0554D-2817-4B98-8DFE-3D1D31029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1759" y="1918181"/>
            <a:ext cx="6134032" cy="4058549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popular Programming Language. It is used for: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development(server side)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Scripting</a:t>
            </a:r>
          </a:p>
        </p:txBody>
      </p:sp>
    </p:spTree>
    <p:extLst>
      <p:ext uri="{BB962C8B-B14F-4D97-AF65-F5344CB8AC3E}">
        <p14:creationId xmlns:p14="http://schemas.microsoft.com/office/powerpoint/2010/main" val="172111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815D0-201F-4E12-AFDF-31C2BE1BDE55}"/>
              </a:ext>
            </a:extLst>
          </p:cNvPr>
          <p:cNvSpPr txBox="1"/>
          <p:nvPr/>
        </p:nvSpPr>
        <p:spPr>
          <a:xfrm>
            <a:off x="1272208" y="582067"/>
            <a:ext cx="9859618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is very well suited for beginners, also for experienced programmers with other programming languages like C++ and Java. The biggest strength of python is huge collection of standard libraries which can be used for the following GUI applications.(like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kivy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PyQt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Frameworks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 and many more…</a:t>
            </a:r>
          </a:p>
        </p:txBody>
      </p:sp>
    </p:spTree>
    <p:extLst>
      <p:ext uri="{BB962C8B-B14F-4D97-AF65-F5344CB8AC3E}">
        <p14:creationId xmlns:p14="http://schemas.microsoft.com/office/powerpoint/2010/main" val="88169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88C0-6F2C-466E-B42C-9A6BC071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16AA0-EACC-4704-B5A4-B6AE531D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calculator is basically a program on a computer that simulates the behaviour of any hand-held calculator useful for performing Mathematica calculations. It is a very basic device used in our everyday lives. Now all the smartphones also have a Calculator application in them.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creating any GUI Application there are mainly two steps: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is to create a User Interface.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step is the most important one and in this, to add functionalities to the GUI.</a:t>
            </a:r>
          </a:p>
        </p:txBody>
      </p:sp>
    </p:spTree>
    <p:extLst>
      <p:ext uri="{BB962C8B-B14F-4D97-AF65-F5344CB8AC3E}">
        <p14:creationId xmlns:p14="http://schemas.microsoft.com/office/powerpoint/2010/main" val="310690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A65A-B68F-4DBE-B8A2-84379E06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4DFC-A629-48F5-956F-D940ED1A1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– Python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standard GUI library for Python. Python when combined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fast and easy way to create GUI applications.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powerful object-oriented interface to the Tk GUI toolkit.</a:t>
            </a:r>
          </a:p>
        </p:txBody>
      </p:sp>
    </p:spTree>
    <p:extLst>
      <p:ext uri="{BB962C8B-B14F-4D97-AF65-F5344CB8AC3E}">
        <p14:creationId xmlns:p14="http://schemas.microsoft.com/office/powerpoint/2010/main" val="197013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E0C42-3EC1-4B08-86F0-1402E65D6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2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9181193-59BB-4FA1-963C-F680215186CE}"/>
              </a:ext>
            </a:extLst>
          </p:cNvPr>
          <p:cNvGrpSpPr/>
          <p:nvPr/>
        </p:nvGrpSpPr>
        <p:grpSpPr>
          <a:xfrm>
            <a:off x="1309687" y="630235"/>
            <a:ext cx="4503047" cy="2724150"/>
            <a:chOff x="1309687" y="298935"/>
            <a:chExt cx="4503047" cy="27241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509226-9051-4AAD-BA73-2852C9C91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9687" y="324264"/>
              <a:ext cx="2228643" cy="269882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F1F6C5-3121-45AC-83C2-52979FB6A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4834" y="298935"/>
              <a:ext cx="2247900" cy="272415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5D03EF-1E84-461A-8EFD-6008095677AC}"/>
              </a:ext>
            </a:extLst>
          </p:cNvPr>
          <p:cNvGrpSpPr/>
          <p:nvPr/>
        </p:nvGrpSpPr>
        <p:grpSpPr>
          <a:xfrm>
            <a:off x="6096000" y="633961"/>
            <a:ext cx="4516506" cy="2737403"/>
            <a:chOff x="6096000" y="276157"/>
            <a:chExt cx="4516506" cy="273740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9B6ED-0126-442A-9F5A-A1AD3949A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76157"/>
              <a:ext cx="2228850" cy="273367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359FF2-374D-4148-8FAC-AE7FA296E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64606" y="289410"/>
              <a:ext cx="2247900" cy="272415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57BDA9-5BEF-4A4B-AA96-D4C5BEA201A0}"/>
              </a:ext>
            </a:extLst>
          </p:cNvPr>
          <p:cNvGrpSpPr/>
          <p:nvPr/>
        </p:nvGrpSpPr>
        <p:grpSpPr>
          <a:xfrm>
            <a:off x="1309687" y="4012095"/>
            <a:ext cx="4529551" cy="2727877"/>
            <a:chOff x="1309687" y="3415748"/>
            <a:chExt cx="4529551" cy="27278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7914506-8CA7-4775-9094-29382E924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9687" y="3429000"/>
              <a:ext cx="2257425" cy="27146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988675-1B17-47A5-8C0F-59071A5B1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1338" y="3415748"/>
              <a:ext cx="2247900" cy="272415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1252D1-A9C9-497E-9887-11C5A3D4CB08}"/>
              </a:ext>
            </a:extLst>
          </p:cNvPr>
          <p:cNvGrpSpPr/>
          <p:nvPr/>
        </p:nvGrpSpPr>
        <p:grpSpPr>
          <a:xfrm>
            <a:off x="6110702" y="3959087"/>
            <a:ext cx="4563308" cy="2737402"/>
            <a:chOff x="6110702" y="3415748"/>
            <a:chExt cx="4563308" cy="273740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8875315-D636-4AD2-8B43-8DA17B61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10702" y="3415748"/>
              <a:ext cx="2276475" cy="27146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BE847A-D1B8-4910-A391-C895E83BE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26110" y="3429000"/>
              <a:ext cx="2247900" cy="272415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2477C90-3BB6-41EC-84CF-01123178035F}"/>
              </a:ext>
            </a:extLst>
          </p:cNvPr>
          <p:cNvSpPr/>
          <p:nvPr/>
        </p:nvSpPr>
        <p:spPr>
          <a:xfrm>
            <a:off x="1309687" y="185531"/>
            <a:ext cx="4503047" cy="4219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( + 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2F6772-B3E5-489B-9776-312D62B6477D}"/>
              </a:ext>
            </a:extLst>
          </p:cNvPr>
          <p:cNvSpPr/>
          <p:nvPr/>
        </p:nvSpPr>
        <p:spPr>
          <a:xfrm>
            <a:off x="6080470" y="185531"/>
            <a:ext cx="4503047" cy="4219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 ( -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83823E-2D68-4699-B303-EA04D42C663C}"/>
              </a:ext>
            </a:extLst>
          </p:cNvPr>
          <p:cNvSpPr/>
          <p:nvPr/>
        </p:nvSpPr>
        <p:spPr>
          <a:xfrm>
            <a:off x="1309687" y="3564832"/>
            <a:ext cx="4529551" cy="4219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( * 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88EEC8-75B4-4552-B046-F04DB3686F35}"/>
              </a:ext>
            </a:extLst>
          </p:cNvPr>
          <p:cNvSpPr/>
          <p:nvPr/>
        </p:nvSpPr>
        <p:spPr>
          <a:xfrm>
            <a:off x="6080470" y="3538747"/>
            <a:ext cx="4593539" cy="4219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( / )</a:t>
            </a:r>
          </a:p>
        </p:txBody>
      </p:sp>
    </p:spTree>
    <p:extLst>
      <p:ext uri="{BB962C8B-B14F-4D97-AF65-F5344CB8AC3E}">
        <p14:creationId xmlns:p14="http://schemas.microsoft.com/office/powerpoint/2010/main" val="119712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0CFA-E8F4-40A2-A99A-74CB566D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943" y="3295457"/>
            <a:ext cx="10242204" cy="4032995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pPr algn="ctr"/>
            <a:r>
              <a:rPr lang="en-IN" sz="9600" b="1" dirty="0">
                <a:solidFill>
                  <a:schemeClr val="bg2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5802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163</TotalTime>
  <Words>268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Tw Cen MT</vt:lpstr>
      <vt:lpstr>Circuit</vt:lpstr>
      <vt:lpstr>Building Basic Calculator using Python</vt:lpstr>
      <vt:lpstr>introduction</vt:lpstr>
      <vt:lpstr>PowerPoint Presentation</vt:lpstr>
      <vt:lpstr>ABOUT THE PROJECT</vt:lpstr>
      <vt:lpstr>TOOLS AND TECHNOLOGIES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BASIC CALCULATOR</dc:title>
  <dc:creator>Neetha</dc:creator>
  <cp:lastModifiedBy>Neetha</cp:lastModifiedBy>
  <cp:revision>15</cp:revision>
  <dcterms:created xsi:type="dcterms:W3CDTF">2026-02-14T18:50:05Z</dcterms:created>
  <dcterms:modified xsi:type="dcterms:W3CDTF">2026-02-16T15:30:30Z</dcterms:modified>
</cp:coreProperties>
</file>